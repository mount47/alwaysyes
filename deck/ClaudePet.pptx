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开场一句话: 这不是一个玩具桌宠, 它解决的是多项目并行跑 Claude Code 时「AI 在等你、你却不知道」的空转问题。桌宠只是外壳。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这一页要让听众自己点头。重点是「并行度越高越痛」——单开一个终端你盯着就行, 三个以上必然漏。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强调两者是一套数据的两个出口: 同一份状态, 一个给「不想被打扰」的人, 一个给「想要点乐子」的人。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对照表是全片信息密度最高的一页, 讲的时候只念前两行, 剩下让人扫一眼即可。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演示重点: 三行命令就完事, 而且 install.sh 不会破坏你已有的 settings.json。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点击穿透是最容易被低估的一条 —— 没有它, 一只永远置顶的宠物就是障碍物。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这页想传达的是「诚实」: 不吹能 100% 命中, 而是说清哪种终端能到什么精度。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复用现成生态而不是自造格式 —— 这也是为什么装机第一天就有几十只宠物可选。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架构简单是卖点不是缺点: 整条链路你 5 分钟能读完, 出问题自己就能查。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开源推广最大的阻力是「我不敢让一个脚本去改我的 settings.json」。这页就是拆这颗雷。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把「只支持 mac」当作明确的取舍讲出来, 比藏着掖着更容易赢得信任。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收尾把 CTA 放大: 门槛低 + 退出成本低, 是让人愿意试的两个关键。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leed-glow"/>
          <p:cNvSpPr/>
          <p:nvPr/>
        </p:nvSpPr>
        <p:spPr>
          <a:xfrm>
            <a:off x="8351215" y="-1097280"/>
            <a:ext cx="5120640" cy="5120640"/>
          </a:xfrm>
          <a:prstGeom prst="ellipse">
            <a:avLst/>
          </a:prstGeom>
          <a:solidFill>
            <a:srgbClr val="1C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232833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54733"/>
            <a:ext cx="105156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AY</a:t>
            </a:r>
          </a:p>
        </p:txBody>
      </p:sp>
      <p:sp>
        <p:nvSpPr>
          <p:cNvPr id="6" name="Oval 5"/>
          <p:cNvSpPr/>
          <p:nvPr/>
        </p:nvSpPr>
        <p:spPr>
          <a:xfrm>
            <a:off x="1520647" y="1418235"/>
            <a:ext cx="252374" cy="252374"/>
          </a:xfrm>
          <a:prstGeom prst="ellipse">
            <a:avLst/>
          </a:prstGeom>
          <a:solidFill>
            <a:srgbClr val="FF4D3D"/>
          </a:solidFill>
          <a:ln w="19050">
            <a:solidFill>
              <a:srgbClr val="0F11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2788920"/>
            <a:ext cx="8686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ClaudePet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67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给 Claude Code 的状态灯 + 桌面宠物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34256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AI 停下来等你点 yes 的那一刻 —— 让你一眼看见,再点一下跳回去。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230368"/>
            <a:ext cx="1152144" cy="384048"/>
          </a:xfrm>
          <a:prstGeom prst="roundRect">
            <a:avLst>
              <a:gd name="adj" fmla="val 40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5230368"/>
            <a:ext cx="1152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macOS 原生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56816" y="5230368"/>
            <a:ext cx="1783080" cy="384048"/>
          </a:xfrm>
          <a:prstGeom prst="roundRect">
            <a:avLst>
              <a:gd name="adj" fmla="val 40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56816" y="5230368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Swift / AppKit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30368"/>
            <a:ext cx="2098548" cy="384048"/>
          </a:xfrm>
          <a:prstGeom prst="roundRect">
            <a:avLst>
              <a:gd name="adj" fmla="val 40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86200" y="5230368"/>
            <a:ext cx="20985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无 Electron · 几 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1052" y="5230368"/>
            <a:ext cx="1677924" cy="384048"/>
          </a:xfrm>
          <a:prstGeom prst="roundRect">
            <a:avLst>
              <a:gd name="adj" fmla="val 40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31052" y="5230368"/>
            <a:ext cx="16779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hook 驱动 · 不联网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053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E"/>
                </a:solidFill>
                <a:latin typeface="Helvetica Neue"/>
                <a:ea typeface="PingFang SC"/>
                <a:cs typeface="PingFang SC"/>
              </a:rPr>
              <a:t>一个很小的痛点,一条很短的状态链路,和一堆把它做到「不烦人」的细节。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问题不是 AI 太慢,是你不知道它在等你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3356762" cy="27432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96112" y="220370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22539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Helvetica Neue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203704"/>
            <a:ext cx="24606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你同时开着 3 个项目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06040"/>
            <a:ext cx="288127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Claude Code 在跑长任务,你顺手切去看文档、开会、刷手机。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终端沉到后台,你完全不看它。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97426" y="3154680"/>
            <a:ext cx="237744" cy="27432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3A4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7466" y="1965960"/>
            <a:ext cx="3356762" cy="27432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655210" y="220370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55210" y="22539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Helvetica Neue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5834" y="2203704"/>
            <a:ext cx="24606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它停在一句 Allow? 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210" y="2606040"/>
            <a:ext cx="288127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工具要授权、命令要确认 —— 它停下来等你。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没有声音,没有角标,没有任何东西告诉你。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56524" y="3154680"/>
            <a:ext cx="237744" cy="27432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3A4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6564" y="1965960"/>
            <a:ext cx="3356762" cy="27432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414308" y="220370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4308" y="22539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Helvetica Neue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4932" y="2203704"/>
            <a:ext cx="24606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20 分钟后你才发现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4308" y="2606040"/>
            <a:ext cx="288127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回头一看,进度条早就卡在那一步。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并行的项目越多,这种空转就越久。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「等 AI」于是变成了「AI 等你」。缺的不是模型能力,是一盏状态灯。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两个东西:菜单栏一盏灯,桌面一只宠物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208879" cy="3611880"/>
          </a:xfrm>
          <a:prstGeom prst="roundRect">
            <a:avLst>
              <a:gd name="adj" fmla="val 5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69264" y="2258568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232833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242498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AY</a:t>
            </a:r>
          </a:p>
        </p:txBody>
      </p:sp>
      <p:sp>
        <p:nvSpPr>
          <p:cNvPr id="9" name="Oval 8"/>
          <p:cNvSpPr/>
          <p:nvPr/>
        </p:nvSpPr>
        <p:spPr>
          <a:xfrm>
            <a:off x="1494129" y="2220164"/>
            <a:ext cx="153619" cy="153619"/>
          </a:xfrm>
          <a:prstGeom prst="ellipse">
            <a:avLst/>
          </a:prstGeom>
          <a:solidFill>
            <a:srgbClr val="FF4D3D"/>
          </a:solidFill>
          <a:ln w="19050">
            <a:solidFill>
              <a:srgbClr val="0F11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55648" y="2350008"/>
            <a:ext cx="3837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菜单栏 AY 图标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154680"/>
            <a:ext cx="4587087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常驻菜单栏,不占地方。用颜色 + 红点编码所有会话的汇总状态。</a:t>
            </a:r>
          </a:p>
          <a:p>
            <a:pPr algn="l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有项目等你确认时变红并带数字,同时弹一条 macOS 桌面通知。</a:t>
            </a:r>
          </a:p>
          <a:p>
            <a:pPr algn="l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下拉逐条列出「项目名 — 状态 (等了多久)」,waiting 的排最前。</a:t>
            </a:r>
          </a:p>
          <a:p>
            <a:pPr algn="l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每一行都能点 —— 点了就把那个会话所在的终端切到最前。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65960"/>
            <a:ext cx="5208879" cy="3611880"/>
          </a:xfrm>
          <a:prstGeom prst="roundRect">
            <a:avLst>
              <a:gd name="adj" fmla="val 5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35343" y="2258568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232833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35343" y="2368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2350008"/>
            <a:ext cx="3837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桌面浮动宠物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5343" y="3154680"/>
            <a:ext cx="4587087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透明背景的小窗口,可以拖到任意屏幕、任意全屏空间,位置记住。</a:t>
            </a:r>
          </a:p>
          <a:p>
            <a:pPr algn="l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跟着会话状态换逐帧动画:等确认 / 运行中 / 空闲 / 出错各有形象。</a:t>
            </a:r>
          </a:p>
          <a:p>
            <a:pPr algn="l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形象可以换 —— 从社区画廊 petdex 装一只精灵图宠物。</a:t>
            </a:r>
          </a:p>
          <a:p>
            <a:pPr algn="l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不想要就在菜单里「隐藏桌面宠物」,只留菜单栏那盏灯。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设计原则:低互动、被动指示 —— 它不抢你的注意力,只在该抢的那一刻抢。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一眼读懂:颜色和动画就是全部语义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10874959" cy="493776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菜单栏 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11680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宠物动画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40169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542032"/>
            <a:ext cx="10874959" cy="493776"/>
          </a:xfrm>
          <a:prstGeom prst="rect">
            <a:avLst/>
          </a:prstGeom>
          <a:solidFill>
            <a:srgbClr val="1A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96112" y="2734056"/>
            <a:ext cx="146304" cy="146304"/>
          </a:xfrm>
          <a:prstGeom prst="ellipse">
            <a:avLst/>
          </a:prstGeom>
          <a:solidFill>
            <a:srgbClr val="FF4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720" y="2542032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4D3D"/>
                </a:solidFill>
                <a:latin typeface="Helvetica Neue"/>
                <a:ea typeface="PingFang SC"/>
                <a:cs typeface="PingFang SC"/>
              </a:rPr>
              <a:t>AY 变红 + 红点(多个跟数字)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42032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review  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42032"/>
            <a:ext cx="40169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有项目在等你点 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72384"/>
            <a:ext cx="10874959" cy="493776"/>
          </a:xfrm>
          <a:prstGeom prst="rect">
            <a:avLst/>
          </a:prstGeom>
          <a:solidFill>
            <a:srgbClr val="15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96112" y="3264408"/>
            <a:ext cx="146304" cy="146304"/>
          </a:xfrm>
          <a:prstGeom prst="ellipse">
            <a:avLst/>
          </a:prstGeom>
          <a:solidFill>
            <a:srgbClr val="FF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3072384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A02E"/>
                </a:solidFill>
                <a:latin typeface="Helvetica Neue"/>
                <a:ea typeface="PingFang SC"/>
                <a:cs typeface="PingFang SC"/>
              </a:rPr>
              <a:t>AY 变橙 + 橙点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072384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failed  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72384"/>
            <a:ext cx="40169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有任务出错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02736"/>
            <a:ext cx="10874959" cy="493776"/>
          </a:xfrm>
          <a:prstGeom prst="rect">
            <a:avLst/>
          </a:prstGeom>
          <a:solidFill>
            <a:srgbClr val="1A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96112" y="3794760"/>
            <a:ext cx="146304" cy="146304"/>
          </a:xfrm>
          <a:prstGeom prst="ellipse">
            <a:avLst/>
          </a:prstGeom>
          <a:solidFill>
            <a:srgbClr val="8E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88720" y="3602736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8E949E"/>
                </a:solidFill>
                <a:latin typeface="Helvetica Neue"/>
                <a:ea typeface="PingFang SC"/>
                <a:cs typeface="PingFang SC"/>
              </a:rPr>
              <a:t>AY + 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602736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run  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02736"/>
            <a:ext cx="40169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有会话正在跑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133088"/>
            <a:ext cx="10874959" cy="493776"/>
          </a:xfrm>
          <a:prstGeom prst="rect">
            <a:avLst/>
          </a:prstGeom>
          <a:solidFill>
            <a:srgbClr val="15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96112" y="4325112"/>
            <a:ext cx="146304" cy="146304"/>
          </a:xfrm>
          <a:prstGeom prst="ellipse">
            <a:avLst/>
          </a:prstGeom>
          <a:solidFill>
            <a:srgbClr val="B6B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88720" y="4133088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AY 模板色(随深浅色菜单栏)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133088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idle  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133088"/>
            <a:ext cx="40169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全部空闲 / 已停用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5254599" cy="13716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状态跃迁会插播一次性动画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504688"/>
            <a:ext cx="47791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新冒出等你确认的项目 → jump 跳一下引起注意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手头的活全干完 → wave 挥手庆祝 2 秒再回常态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4864608"/>
            <a:ext cx="5254599" cy="13716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16471" y="5102352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A02E"/>
                </a:solidFill>
                <a:latin typeface="Helvetica Neue"/>
                <a:ea typeface="PingFang SC"/>
                <a:cs typeface="PingFang SC"/>
              </a:rPr>
              <a:t>failed 已就绪,但暂时没人写它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6471" y="5504688"/>
            <a:ext cx="477911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菜单栏橙色 + failed 动画,app 侧都已做好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缺的是一个 PostToolUse hook 去判错 —— 挂上即生效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clone,一条命令,它就在菜单栏了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6400800" cy="2011680"/>
          </a:xfrm>
          <a:prstGeom prst="roundRect">
            <a:avLst>
              <a:gd name="adj" fmla="val 5000"/>
            </a:avLst>
          </a:prstGeom>
          <a:solidFill>
            <a:srgbClr val="080A0D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1792224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2185416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TERMINAL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git clone &lt;repo&gt; &amp;&amp; cd alwaysyes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./install.sh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798392"/>
                </a:solidFill>
                <a:latin typeface="Menlo"/>
                <a:ea typeface="Menlo"/>
                <a:cs typeface="Menlo"/>
              </a:rPr>
              <a:t>    # 装 hook 脚本 + 合并配置 + 构建 app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bin/claudepet start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798392"/>
                </a:solidFill>
                <a:latin typeface="Menlo"/>
                <a:ea typeface="Menlo"/>
                <a:cs typeface="Menlo"/>
              </a:rPr>
              <a:t>    # 启动,菜单栏出现 AY 图标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78808"/>
            <a:ext cx="6400800" cy="1673352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4416552"/>
            <a:ext cx="5925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A9E6"/>
                </a:solidFill>
                <a:latin typeface="Helvetica Neue"/>
                <a:ea typeface="PingFang SC"/>
                <a:cs typeface="PingFang SC"/>
              </a:rPr>
              <a:t>install.sh 幂等地做四件事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18888"/>
            <a:ext cx="5925312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① 复制 hooks/ 下的脚本到 ~/.claude/hooks/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② 用 jq 合并 hooks 段进 settings.json(自动备份)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③ 生成默认 ~/.claude/pet-config.json(已有则保留)</a:t>
            </a:r>
          </a:p>
          <a:p>
            <a:pPr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④ 用 swiftc 构建 ClaudePet.app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1504" y="1965960"/>
            <a:ext cx="4071823" cy="38862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99248" y="2203704"/>
            <a:ext cx="3596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claudepet — 命令行入口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606040"/>
            <a:ext cx="3596335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35824" y="2752344"/>
            <a:ext cx="3523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2990088"/>
            <a:ext cx="3523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启动桌面宠物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264408"/>
            <a:ext cx="3523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3502152"/>
            <a:ext cx="3523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3776472"/>
            <a:ext cx="3523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4014216"/>
            <a:ext cx="3523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命令行看各项目状态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4288536"/>
            <a:ext cx="3523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4526280"/>
            <a:ext cx="3523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安装 hooks 并首次构建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4800600"/>
            <a:ext cx="3523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pet --list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5038344"/>
            <a:ext cx="3523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列出可装的宠物形象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5312664"/>
            <a:ext cx="3523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pet &lt;slug&gt;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5550408"/>
            <a:ext cx="35231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装一只宠物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依赖只有 jq / swiftc / curl。没装 swiftc 也不会失败 —— 只是跳过构建,其余照装。hook 对新会话生效,已开着的 claude 需要重启。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它在桌面上,但绝不挡事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236311" cy="178308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203704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A9E6"/>
                </a:solidFill>
                <a:latin typeface="Helvetica Neue"/>
                <a:ea typeface="PingFang SC"/>
                <a:cs typeface="PingFang SC"/>
              </a:rPr>
              <a:t>点击穿透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476082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鼠标只在画到实际像素的地方被拦截。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宠物周围的透明区域点下去,事件会落到底下的窗口 —— 它压在代码上也不碍事。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7015" y="1965960"/>
            <a:ext cx="5236311" cy="178308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4759" y="2203704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拖到哪都行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759" y="2606040"/>
            <a:ext cx="476082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按住就拖,多显示器、全屏空间随便摆。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位置会记住,下次启动还在原地。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59936"/>
            <a:ext cx="5236311" cy="178308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297680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气泡按需弹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700016"/>
            <a:ext cx="476082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默认只用动画表达状态,不常驻文字。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鼠标悬停或左键点一下才弹气泡,逐行列出全部正在等待的项目,移开即收。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7015" y="4059936"/>
            <a:ext cx="5236311" cy="178308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4759" y="4297680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48EFF"/>
                </a:solidFill>
                <a:latin typeface="Helvetica Neue"/>
                <a:ea typeface="PingFang SC"/>
                <a:cs typeface="PingFang SC"/>
              </a:rPr>
              <a:t>右键就是控制台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4700016"/>
            <a:ext cx="476082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隐藏宠物 / 刷新状态 (R) / 重置状态 / 退出。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菜单栏那份下拉菜单里也有同样的开关。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宠物的每一处交互都在回答同一个问题:怎么让它存在感刚好够,又不成为负担。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JUMP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点一下项目名,直接切回那个终端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591056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hook 会把会话的 tty、$TERM_PROGRAM 和 cwd 一起写进状态文件,app 按可用信息分三档定位。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10874959" cy="1060704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2304288"/>
            <a:ext cx="45720" cy="841248"/>
          </a:xfrm>
          <a:prstGeom prst="rect">
            <a:avLst/>
          </a:prstGeom>
          <a:solidFill>
            <a:srgbClr val="FF4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2377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4D3D"/>
                </a:solidFill>
                <a:latin typeface="Helvetica Neue"/>
                <a:ea typeface="PingFang SC"/>
                <a:cs typeface="PingFang SC"/>
              </a:rPr>
              <a:t>精确到标签页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7980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第 1 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37744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iTerm2 · Apple 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743200"/>
            <a:ext cx="8040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它们的 AppleScript 词典里标签页带 tty 属性 —— 按 tty 直接选中那一个 tab。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56432"/>
            <a:ext cx="10874959" cy="1060704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566160"/>
            <a:ext cx="45720" cy="841248"/>
          </a:xfrm>
          <a:prstGeom prst="rect">
            <a:avLst/>
          </a:prstGeom>
          <a:solidFill>
            <a:srgbClr val="FF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" y="36393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A02E"/>
                </a:solidFill>
                <a:latin typeface="Helvetica Neue"/>
                <a:ea typeface="PingFang SC"/>
                <a:cs typeface="PingFang SC"/>
              </a:rPr>
              <a:t>提到最前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0599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第 2 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6393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Ghostty · WezTerm · kitty · Alacritty · Warp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4005072"/>
            <a:ext cx="8040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没有可脚本化的标签页模型,退化为把这个 app 整体拉到最前。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18304"/>
            <a:ext cx="10874959" cy="1060704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4828032"/>
            <a:ext cx="45720" cy="841248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9264" y="4901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5AA9E6"/>
                </a:solidFill>
                <a:latin typeface="Helvetica Neue"/>
                <a:ea typeface="PingFang SC"/>
                <a:cs typeface="PingFang SC"/>
              </a:rPr>
              <a:t>反推窗口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第 3 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4901184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VS Code · Cursor 插件里的会话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5266944"/>
            <a:ext cx="8040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跑在 stdio 上,既没 tty 也没 TERM_PROGRAM。靠 cwd 命中 ~/.claude/ide/*.lock 里的 workspaceFolders,反推出是哪个 IDE 再激活它。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首次点击时 macOS 会弹一次「允许 ClaudePet 控制 iTerm」的自动化授权,同意一次即可。(ad-hoc 签名,重新构建后可能再问一次)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SKINS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形象来自社区画廊 petdex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394960" cy="1737360"/>
          </a:xfrm>
          <a:prstGeom prst="roundRect">
            <a:avLst>
              <a:gd name="adj" fmla="val 5000"/>
            </a:avLst>
          </a:prstGeom>
          <a:solidFill>
            <a:srgbClr val="080A0D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1517904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2185416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装一只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pet --list cat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798392"/>
                </a:solidFill>
                <a:latin typeface="Menlo"/>
                <a:ea typeface="Menlo"/>
                <a:cs typeface="Menlo"/>
              </a:rPr>
              <a:t>    # 按关键词浏览可用形象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claudepet pet homelander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798392"/>
                </a:solidFill>
                <a:latin typeface="Menlo"/>
                <a:ea typeface="Menlo"/>
                <a:cs typeface="Menlo"/>
              </a:rPr>
              <a:t>    # 装到 ~/.claude/pets/&lt;slug&gt;/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86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4123944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A9E6"/>
                </a:solidFill>
                <a:latin typeface="Helvetica Neue"/>
                <a:ea typeface="PingFang SC"/>
                <a:cs typeface="PingFang SC"/>
              </a:rPr>
              <a:t>官方渠道装的也能直接选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26280"/>
            <a:ext cx="491947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app 会扫三个目录,不只是自己装的那个: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~/.claude/pets/          本脚本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~/.codex/pets/           Codex / awesome-codex-pet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~/.petdex/pets/          petdex CLI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所以 npx petdex install boba 装的宠物,在菜单里一样能选中。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1965960"/>
            <a:ext cx="5077663" cy="388620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93408" y="2203704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精灵图规范:v1 / v2 都吃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606040"/>
            <a:ext cx="4602175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v1 = 8 列 × 9 行 (1536×1872)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v2 = 8 列 × 11 行 (1536×2288),多出的两行是 16 个朝向,本 app 暂不用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单帧恒为 192×208px;行 = 动画状态 (idle / wave / run / failed / review / jump),每态 6 帧循环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行数按帧宽高比自动反推,不写死 —— 以后出 v3 也不用改代码。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找不到精灵图时自动回退到 emoji 占位,不会白屏。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5A6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版权:petdex 的美术资源版权归各自提交者所有(含同人作品)。ClaudePet 只通过其公开 API 下载到用户本地,不打包、不转发任何精灵图。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hook 写状态,app 读状态 —— 就这么点东西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2029968"/>
            <a:ext cx="3886200" cy="306324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3374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Claude Code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5 个几十行的 shell 脚本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SessionStart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3090672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→ idle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UserPromptSubmit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3474720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E949E"/>
                </a:solidFill>
                <a:latin typeface="Helvetica Neue"/>
                <a:ea typeface="PingFang SC"/>
                <a:cs typeface="PingFang SC"/>
              </a:rPr>
              <a:t>→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Notification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3858768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4D3D"/>
                </a:solidFill>
                <a:latin typeface="Helvetica Neue"/>
                <a:ea typeface="PingFang SC"/>
                <a:cs typeface="PingFang SC"/>
              </a:rPr>
              <a:t>→ waiting + 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4242816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→ idle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268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SessionEnd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4626864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→ 删除状态文件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99432" y="3401568"/>
            <a:ext cx="274320" cy="310896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28616" y="2029968"/>
            <a:ext cx="2334463" cy="3063240"/>
          </a:xfrm>
          <a:prstGeom prst="roundRect">
            <a:avLst>
              <a:gd name="adj" fmla="val 6000"/>
            </a:avLst>
          </a:prstGeom>
          <a:solidFill>
            <a:srgbClr val="080A0D"/>
          </a:solidFill>
          <a:ln w="1524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66360" y="2267712"/>
            <a:ext cx="1858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状态文件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88336"/>
            <a:ext cx="18589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~/.claude/pet-state/
  &lt;session_id&gt;.json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511296"/>
            <a:ext cx="1858975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一个会话一个文件,天然避开并发写冲突。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字段:project / cwd / status / tty / term_program / pid / updated_at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纯本地纯文本,你随时能 cat 出来看。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17943" y="3401568"/>
            <a:ext cx="274320" cy="310896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47127" y="2029968"/>
            <a:ext cx="3886200" cy="306324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03159" y="2267712"/>
            <a:ext cx="3374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ClaudePet.app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3159" y="267004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~2100 行 Swift / AppKit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3159" y="3090672"/>
            <a:ext cx="337413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FSEvents 实时监听该目录,5 秒兜底刷新。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扫进程对账补漏(ps + lsof + argv 里的 --resume)。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· 汇总所有会话 → 菜单栏图标 + 桌面宠物 + 通知。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没有守护进程,没有服务端,不联网,也不读你的代码内容 —— 只读它自己写的那几个 JSON。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SAFE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装它这件事本身,不该让你有风险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236311" cy="1810512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203704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不覆盖你的配置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4760823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install.sh 幂等,跑几次都一样。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用 jq 把 hooks 段合并进 settings.json:先滤掉指向本项目的旧条目再追加,你原有的 hook / env / permissions 全部原样保留,并自动备份。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7015" y="1965960"/>
            <a:ext cx="5236311" cy="1810512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4759" y="2203704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A9E6"/>
                </a:solidFill>
                <a:latin typeface="Helvetica Neue"/>
                <a:ea typeface="PingFang SC"/>
                <a:cs typeface="PingFang SC"/>
              </a:rPr>
              <a:t>仓库 = 唯一事实来源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759" y="2606040"/>
            <a:ext cx="4760823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git 里只有 hooks/*.sh 与 Swift 源码。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~/.claude/ 下的全是安装产物,不入库 —— 含 token 的 settings.json 永远不会被提交。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87368"/>
            <a:ext cx="5236311" cy="1810512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三层开关,逐层更硬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727448"/>
            <a:ext cx="4760823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① 菜单项:停用(全部) / 隐藏桌面宠物 —— 最方便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② ~/.claude/pet-config.json:单一事实来源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③ settings.json 里摘掉 hook —— 最彻底,连状态都不再写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7015" y="4087368"/>
            <a:ext cx="5236311" cy="1810512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4759" y="4325112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48EFF"/>
                </a:solidFill>
                <a:latin typeface="Helvetica Neue"/>
                <a:ea typeface="PingFang SC"/>
                <a:cs typeface="PingFang SC"/>
              </a:rPr>
              <a:t>状态会自愈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4727448"/>
            <a:ext cx="4760823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进程判活优先(kill -0),进程没了立刻清;SessionEnd 正常结束直接删。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没记 pid 的老文件走超时兜底。菜单里「刷新状态」还能扫进程对账 —— 但 hook 写的状态永远优先,扫描只补缺和清死。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70448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5961888"/>
            <a:ext cx="41148" cy="384048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87044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已经用假的 settings.json 模拟过「别人的电脑」场景,确认不会破坏既有配置。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几 MB,一个进程,零网络请求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2471851" cy="1572768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2286000"/>
            <a:ext cx="24718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~2100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21426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行源码,全部读完不用半小时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011680"/>
            <a:ext cx="2471851" cy="1572768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59403" y="2286000"/>
            <a:ext cx="24718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3995" y="2999232"/>
            <a:ext cx="21426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个 Swift 文件 + 5 个 hook 脚本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0439" y="2011680"/>
            <a:ext cx="2471851" cy="1572768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60439" y="2286000"/>
            <a:ext cx="24718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2999232"/>
            <a:ext cx="21426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个依赖:jq / swiftc / curl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2011680"/>
            <a:ext cx="2471851" cy="1572768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61475" y="2286000"/>
            <a:ext cx="24718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067" y="2999232"/>
            <a:ext cx="21426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个后台服务、0 次联网上报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86199"/>
            <a:ext cx="5236311" cy="169164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123943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D07A"/>
                </a:solidFill>
                <a:latin typeface="Helvetica Neue"/>
                <a:ea typeface="PingFang SC"/>
                <a:cs typeface="PingFang SC"/>
              </a:rPr>
              <a:t>为什么是 Swift / AppKit,不是 Electron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526279"/>
            <a:ext cx="4760823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不打包 Chromium,进程常驻内存只有几 MB。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LSUIElement = true,纯菜单栏应用,不占 Dock、不抢焦点。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系统原生渲染,菜单栏图标能跟着深浅色主题自动适配。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015" y="3886199"/>
            <a:ext cx="5236311" cy="1691640"/>
          </a:xfrm>
          <a:prstGeom prst="roundRect">
            <a:avLst>
              <a:gd name="adj" fmla="val 6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34759" y="4123943"/>
            <a:ext cx="47608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A02E"/>
                </a:solidFill>
                <a:latin typeface="Helvetica Neue"/>
                <a:ea typeface="PingFang SC"/>
                <a:cs typeface="PingFang SC"/>
              </a:rPr>
              <a:t>代价:仅 macOS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759" y="4526279"/>
            <a:ext cx="4760823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重度依赖 Cocoa / AppKit 和 AppleScript,没法直接跨平台。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需要 Windows / Linux,或者想联动实体硬件桌宠,可以看看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5AA9E6"/>
                </a:solidFill>
                <a:latin typeface="Helvetica Neue"/>
                <a:ea typeface="PingFang SC"/>
                <a:cs typeface="PingFang SC"/>
              </a:rPr>
              <a:t>Seeed-Solution/vibe-pet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734A"/>
                </a:solidFill>
                <a:latin typeface="Helvetica Neue"/>
                <a:ea typeface="PingFang SC"/>
                <a:cs typeface="PingFang SC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接下来想做的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66928" cy="5029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77824" y="215798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196596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用量环 —— 读 statusline 的 rate_limits,在宠物外圈画 5h / 7d 额度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0604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77824" y="279806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60604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气泡里直接 Allow / Deny(要接 permission hook)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77824" y="343814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24612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贴边 mini 模式:拖到屏幕边缘半隐藏,hover 探头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8620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77824" y="407822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388620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完成 / 等待音效 + 免打扰开关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7015" y="196596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516471" y="215798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09079" y="196596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PostToolUse 判错自动变脸(failed 那套 app 侧已就绪)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015" y="260604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16471" y="279806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09079" y="260604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60 秒没鼠标动静就睡觉,鼠标一动惊醒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7015" y="324612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16471" y="343814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09079" y="324612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区分「当前活跃会话」与「后台等待项目」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7015" y="3886200"/>
            <a:ext cx="5236311" cy="530352"/>
          </a:xfrm>
          <a:prstGeom prst="roundRect">
            <a:avLst>
              <a:gd name="adj" fmla="val 14000"/>
            </a:avLst>
          </a:prstGeom>
          <a:solidFill>
            <a:srgbClr val="1A1E26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516471" y="407822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09079" y="3886200"/>
            <a:ext cx="45047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BDC8"/>
                </a:solidFill>
                <a:latin typeface="Helvetica Neue"/>
                <a:ea typeface="PingFang SC"/>
                <a:cs typeface="PingFang SC"/>
              </a:rPr>
              <a:t>claudepet refresh 命令行版 + Homebrew 分发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09160"/>
            <a:ext cx="10874959" cy="1417320"/>
          </a:xfrm>
          <a:prstGeom prst="roundRect">
            <a:avLst>
              <a:gd name="adj" fmla="val 10000"/>
            </a:avLst>
          </a:prstGeom>
          <a:solidFill>
            <a:srgbClr val="232833"/>
          </a:solidFill>
          <a:ln w="1524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94690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6F8"/>
                </a:solidFill>
                <a:latin typeface="Helvetica Neue"/>
                <a:ea typeface="PingFang SC"/>
                <a:cs typeface="PingFang SC"/>
              </a:rPr>
              <a:t>clone 下来就能跑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542239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8392"/>
                </a:solidFill>
                <a:latin typeface="Helvetica Neue"/>
                <a:ea typeface="PingFang SC"/>
                <a:cs typeface="PingFang SC"/>
              </a:rPr>
              <a:t>装完立刻见效,不喜欢就菜单里一键停用,或者直接摘掉 hook。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67728" y="4892040"/>
            <a:ext cx="4199839" cy="1051560"/>
          </a:xfrm>
          <a:prstGeom prst="roundRect">
            <a:avLst>
              <a:gd name="adj" fmla="val 5000"/>
            </a:avLst>
          </a:prstGeom>
          <a:solidFill>
            <a:srgbClr val="080A0D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967728" y="5001768"/>
            <a:ext cx="41148" cy="832104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278624" y="5111496"/>
            <a:ext cx="3651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5F6F8"/>
                </a:solidFill>
                <a:latin typeface="Menlo"/>
                <a:ea typeface="Menlo"/>
                <a:cs typeface="Menlo"/>
              </a:rPr>
              <a:t>git clone &lt;repo&gt; &amp;&amp; cd alwaysyes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4ED07A"/>
                </a:solidFill>
                <a:latin typeface="Menlo"/>
                <a:ea typeface="Menlo"/>
                <a:cs typeface="Menlo"/>
              </a:rPr>
              <a:t>./install.sh &amp;&amp; bin/claudepet 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6047" y="64739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25E"/>
                </a:solidFill>
                <a:latin typeface="Helvetica Neue"/>
                <a:ea typeface="PingFang SC"/>
                <a:cs typeface="PingFang SC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